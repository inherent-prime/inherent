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 for slide 1: welcome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 for slide 3: emphasize EU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Inherent 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Presentations extraction fixture (#119)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Widget: flagship product</a:t>
            </a:r>
          </a:p>
          <a:p>
            <a:r>
              <a:t>Gadget: fast follower</a:t>
            </a:r>
          </a:p>
          <a:p>
            <a:r>
              <a:t>Gizmo: experimental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